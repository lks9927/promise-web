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91BB0D-32B3-4DEA-9166-E4B5B4C5C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763B682-CA51-46A3-A536-AE41A8255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F2EF4D-0BA9-4FDE-AF4F-EACF4A4A9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ADC7-6D54-4424-A139-475EF9A1306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BA612D-7230-483B-9A66-B4BFE6CFB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9785CE-4A53-4256-B28E-47BC957AA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A1959-4202-47D7-A444-A31C6F687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362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CDBAE4-9DDA-4A7E-A768-7BE25BF12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E8DA3-9C57-467A-89EF-90DF6DA3F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2F7188-0B0F-4B0C-A947-2F51587B3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ADC7-6D54-4424-A139-475EF9A1306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82EBC0-5FF8-4996-AB8E-9DB76794E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EDB79F-444B-4B7A-B7F1-3881DC24A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A1959-4202-47D7-A444-A31C6F687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6740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E7EB40-8F64-46FE-9E62-CD084F543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6AC257-F569-4157-B54D-8DF84FF5F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CCF32A-35DB-4CC8-9A3F-D2B82771B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ADC7-6D54-4424-A139-475EF9A1306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9B0F62-784B-43B9-BEB9-B2A046DE7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BC6312-BF19-46B6-9D56-3D60549E3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A1959-4202-47D7-A444-A31C6F687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778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967378-05FC-4B89-943E-E79ED23CA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F133E3-D4BE-48C0-BDA3-BFCCE9C732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F1A4F98-D87E-4ADD-A735-0DD89D014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8291FF-EE2B-4CC5-85FB-026E2D752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ADC7-6D54-4424-A139-475EF9A1306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6B8042-EFF1-4EE8-B9D8-AEBD89CA4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A78740-9CD1-4589-BBF3-C472495F8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A1959-4202-47D7-A444-A31C6F687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0689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BB08A5-0D87-4856-9100-96DBD132B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C93053-FF91-4B11-AD42-0E438BFA9A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8BC4F8-3EFF-41E2-B313-0699E8BEE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3FD9CCE-7426-4C42-96BC-FE4284439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338B9BF-6BEE-46BF-BA01-75CC3306FA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BD9BDF-9ABC-402B-BF7C-83A6879B1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ADC7-6D54-4424-A139-475EF9A1306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C54A18D-B3EA-43E8-BC2C-0B8265000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794BE00-815F-48C2-8DCC-1DA0832A6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A1959-4202-47D7-A444-A31C6F687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988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FC19AA-3CB8-4CA4-B594-EED1A9D69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0DB18DD-A56A-489F-95FF-FC18DEB69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ADC7-6D54-4424-A139-475EF9A1306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AD4EF7-B12E-4EAD-B859-05077AAA9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33700B9-FB64-43C1-8CE3-781DE010E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A1959-4202-47D7-A444-A31C6F687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845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367B24A-0A0E-4E6D-B4EC-5AA29381B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ADC7-6D54-4424-A139-475EF9A1306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3E202CE-772C-47E7-83E3-FDBB5B620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4D3116-46B7-4D3C-94AF-1F1C120C5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A1959-4202-47D7-A444-A31C6F687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7708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C48C40-8469-4DD4-B0F2-A9C8D3A29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0CB1C8-6D60-4587-9DDD-3103E8F25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09823C-98E3-4366-A7A7-5D20376F2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6BA13DA-F3C1-43B4-84E6-BC024C2DE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ADC7-6D54-4424-A139-475EF9A1306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EDF281-F60B-4EE3-8642-BFD244C2C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397DF6-5C13-4FC3-810A-6596E86B8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A1959-4202-47D7-A444-A31C6F687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656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C2E4A0-8431-40FD-B09A-EB10FEDD6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73BA7BC-B024-4690-8D99-742C2D3AC1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B1AB75-4827-46EB-8CD3-2A12F29EF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FC01C5-753C-4340-881D-1E641378F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ADC7-6D54-4424-A139-475EF9A1306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B51DDF-1D92-4FE4-9E63-209036D86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7FF789-34BA-4F46-812C-32736914C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A1959-4202-47D7-A444-A31C6F687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067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96DFEA-A8D0-43EB-92E3-DD23FBBB4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04D1E6-41E6-4032-8915-5311EE621F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9DABF0-7F2F-4A82-BFDD-4C70EE7E7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ADC7-6D54-4424-A139-475EF9A1306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FFA282-DB55-464D-B751-F5597739E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3246DE-CEDA-45C0-94FE-286FE7576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A1959-4202-47D7-A444-A31C6F687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66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0A4010E-1AFC-49FE-973F-B2F2BFC270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1958E3A-C23E-46EF-B334-B20B10D0E4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2834B4-B84C-4F7F-B826-B8F4300F1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5ADC7-6D54-4424-A139-475EF9A1306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C27585-2634-416C-9428-84534D1FD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94544D-34DF-423F-8236-ACB4FDDBF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A1959-4202-47D7-A444-A31C6F687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039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93AD689-3E8F-40B3-ADC3-4F94BE022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96D9BD-35CC-4589-BFCC-193E00B66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CC4B0E5-7EED-486F-8634-72A92749DA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5ADC7-6D54-4424-A139-475EF9A13067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B79600-461D-4BD6-A0EF-148B27E6FF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C0AF29-84E9-42EF-B7A2-BB623E4697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A1959-4202-47D7-A444-A31C6F687E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7278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68B39A5-7936-4C58-863C-03B045E658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064216"/>
              </p:ext>
            </p:extLst>
          </p:nvPr>
        </p:nvGraphicFramePr>
        <p:xfrm>
          <a:off x="465667" y="618187"/>
          <a:ext cx="11074399" cy="20734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74399">
                  <a:extLst>
                    <a:ext uri="{9D8B030D-6E8A-4147-A177-3AD203B41FA5}">
                      <a16:colId xmlns:a16="http://schemas.microsoft.com/office/drawing/2014/main" val="2104149844"/>
                    </a:ext>
                  </a:extLst>
                </a:gridCol>
              </a:tblGrid>
              <a:tr h="4623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영농폐기물 무상수거 안내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9728116"/>
                  </a:ext>
                </a:extLst>
              </a:tr>
              <a:tr h="1611195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800" dirty="0"/>
                        <a:t>   ◎ 수거대상</a:t>
                      </a:r>
                      <a:r>
                        <a:rPr lang="en-US" altLang="ko-KR" sz="1800" dirty="0"/>
                        <a:t>: </a:t>
                      </a:r>
                      <a:r>
                        <a:rPr lang="ko-KR" altLang="en-US" sz="1800" dirty="0" err="1"/>
                        <a:t>하우스비닐</a:t>
                      </a:r>
                      <a:r>
                        <a:rPr lang="en-US" altLang="ko-KR" sz="1800" dirty="0"/>
                        <a:t>, </a:t>
                      </a:r>
                      <a:r>
                        <a:rPr lang="ko-KR" altLang="en-US" sz="1800" dirty="0" err="1"/>
                        <a:t>하이덴비닐</a:t>
                      </a:r>
                      <a:r>
                        <a:rPr lang="en-US" altLang="ko-KR" sz="1800" dirty="0"/>
                        <a:t>, </a:t>
                      </a:r>
                      <a:r>
                        <a:rPr lang="ko-KR" altLang="en-US" sz="1800" dirty="0" err="1"/>
                        <a:t>로덴비닐</a:t>
                      </a:r>
                      <a:r>
                        <a:rPr lang="ko-KR" altLang="en-US" sz="1800" dirty="0"/>
                        <a:t> </a:t>
                      </a:r>
                      <a:endParaRPr lang="en-US" altLang="ko-KR" sz="1800" dirty="0"/>
                    </a:p>
                    <a:p>
                      <a:pPr algn="l" latinLnBrk="1"/>
                      <a:r>
                        <a:rPr lang="ko-KR" altLang="en-US" sz="1800" dirty="0"/>
                        <a:t>   ◎ 수거 불가 항목</a:t>
                      </a:r>
                      <a:r>
                        <a:rPr lang="en-US" altLang="ko-KR" sz="1800" dirty="0"/>
                        <a:t>: </a:t>
                      </a:r>
                      <a:r>
                        <a:rPr lang="ko-KR" altLang="en-US" sz="1800" dirty="0" err="1"/>
                        <a:t>곤포사일리지</a:t>
                      </a:r>
                      <a:r>
                        <a:rPr lang="ko-KR" altLang="en-US" sz="1800" dirty="0"/>
                        <a:t> 필름</a:t>
                      </a:r>
                      <a:r>
                        <a:rPr lang="en-US" altLang="ko-KR" sz="1800" dirty="0"/>
                        <a:t>, </a:t>
                      </a:r>
                      <a:r>
                        <a:rPr lang="ko-KR" altLang="en-US" sz="1800" dirty="0"/>
                        <a:t>반사필름</a:t>
                      </a:r>
                      <a:r>
                        <a:rPr lang="en-US" altLang="ko-KR" sz="1800" dirty="0"/>
                        <a:t>, </a:t>
                      </a:r>
                      <a:r>
                        <a:rPr lang="ko-KR" altLang="en-US" sz="1800" dirty="0" err="1"/>
                        <a:t>차광막</a:t>
                      </a:r>
                      <a:r>
                        <a:rPr lang="en-US" altLang="ko-KR" sz="1800" dirty="0"/>
                        <a:t>, </a:t>
                      </a:r>
                      <a:r>
                        <a:rPr lang="ko-KR" altLang="en-US" sz="1800" dirty="0"/>
                        <a:t>보온덮개</a:t>
                      </a:r>
                      <a:endParaRPr lang="en-US" altLang="ko-KR" sz="1800" dirty="0"/>
                    </a:p>
                    <a:p>
                      <a:pPr algn="l" latinLnBrk="1"/>
                      <a:r>
                        <a:rPr lang="ko-KR" altLang="en-US" sz="1800" dirty="0"/>
                        <a:t>   ◎ 보상금 지급</a:t>
                      </a:r>
                      <a:r>
                        <a:rPr lang="en-US" altLang="ko-KR" sz="1800" dirty="0"/>
                        <a:t>: </a:t>
                      </a:r>
                      <a:r>
                        <a:rPr lang="ko-KR" altLang="en-US" sz="1800" dirty="0"/>
                        <a:t>수거대상 비닐을  </a:t>
                      </a:r>
                      <a:r>
                        <a:rPr lang="en-US" altLang="ko-KR" sz="1800" dirty="0"/>
                        <a:t>5</a:t>
                      </a:r>
                      <a:r>
                        <a:rPr lang="ko-KR" altLang="en-US" sz="1800" dirty="0"/>
                        <a:t>톤 이상 배출 시 보상금 지급</a:t>
                      </a:r>
                      <a:r>
                        <a:rPr lang="en-US" altLang="ko-KR" sz="1800" dirty="0"/>
                        <a:t>(</a:t>
                      </a:r>
                      <a:r>
                        <a:rPr lang="ko-KR" altLang="en-US" sz="1800" dirty="0"/>
                        <a:t>보상금 소진 시 까지</a:t>
                      </a:r>
                      <a:r>
                        <a:rPr lang="en-US" altLang="ko-KR" sz="1800" dirty="0"/>
                        <a:t>)</a:t>
                      </a:r>
                    </a:p>
                    <a:p>
                      <a:pPr algn="l" latinLnBrk="1"/>
                      <a:r>
                        <a:rPr lang="ko-KR" altLang="en-US" sz="1800" dirty="0"/>
                        <a:t> </a:t>
                      </a:r>
                      <a:endParaRPr lang="en-US" altLang="ko-KR" sz="1800" dirty="0"/>
                    </a:p>
                    <a:p>
                      <a:pPr algn="ctr" latinLnBrk="1"/>
                      <a:r>
                        <a:rPr lang="ko-KR" altLang="en-US" sz="1800" dirty="0"/>
                        <a:t>문의</a:t>
                      </a:r>
                      <a:r>
                        <a:rPr lang="en-US" altLang="ko-KR" sz="1800" dirty="0"/>
                        <a:t>: </a:t>
                      </a:r>
                      <a:r>
                        <a:rPr lang="ko-KR" altLang="en-US" sz="1800" dirty="0"/>
                        <a:t>자원순환과</a:t>
                      </a:r>
                      <a:r>
                        <a:rPr lang="en-US" altLang="ko-KR" sz="1800" dirty="0"/>
                        <a:t>(031-580-2552), </a:t>
                      </a:r>
                      <a:r>
                        <a:rPr lang="ko-KR" altLang="en-US" sz="1800" dirty="0"/>
                        <a:t>읍</a:t>
                      </a:r>
                      <a:r>
                        <a:rPr lang="en-US" altLang="ko-KR" sz="1800" dirty="0"/>
                        <a:t>·</a:t>
                      </a:r>
                      <a:r>
                        <a:rPr lang="ko-KR" altLang="en-US" sz="1800" dirty="0"/>
                        <a:t>면 행정복지센터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6279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6900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57</Words>
  <Application>Microsoft Office PowerPoint</Application>
  <PresentationFormat>와이드스크린</PresentationFormat>
  <Paragraphs>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5</cp:revision>
  <dcterms:created xsi:type="dcterms:W3CDTF">2026-03-24T01:46:15Z</dcterms:created>
  <dcterms:modified xsi:type="dcterms:W3CDTF">2026-03-24T02:29:11Z</dcterms:modified>
</cp:coreProperties>
</file>